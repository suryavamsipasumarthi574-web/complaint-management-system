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71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D08A0-DD8D-0A63-E5F3-86A6AD056F15}" v="1" dt="2026-09-23T07:46:05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87" d="100"/>
          <a:sy n="87" d="100"/>
        </p:scale>
        <p:origin x="5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BDC7-AF76-4E82-B13A-458F32A03CF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B68D7-A891-42B2-AAFB-5E2FD52E3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7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7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4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5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5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1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3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9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3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81B06-F1F1-4FDE-A02E-10EF1F22493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7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00B05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3504754" y="1584230"/>
            <a:ext cx="5182492" cy="50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C++ P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roject Review-1</a:t>
            </a:r>
            <a:endParaRPr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47694" y="1832525"/>
            <a:ext cx="1069661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COMPLAINT MANAGEMENT SYSTEM</a:t>
            </a:r>
            <a:endParaRPr lang="en-US" sz="30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198268" y="5032834"/>
            <a:ext cx="3795464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esteemed guidance of: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AKHILA</a:t>
            </a: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M.Tech(Ph.D)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(AIML) </a:t>
            </a:r>
          </a:p>
          <a:p>
            <a:pPr lvl="0"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D2628-2E56-6259-F8E9-7AD69830D6FE}"/>
              </a:ext>
            </a:extLst>
          </p:cNvPr>
          <p:cNvSpPr/>
          <p:nvPr/>
        </p:nvSpPr>
        <p:spPr>
          <a:xfrm>
            <a:off x="0" y="0"/>
            <a:ext cx="3169920" cy="120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13680B55-4B86-46B5-A81E-5E8845CAC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44" y="541239"/>
            <a:ext cx="2839089" cy="907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D5ECA2-4151-AB22-0F8C-ADC58F0D5B46}"/>
              </a:ext>
            </a:extLst>
          </p:cNvPr>
          <p:cNvSpPr txBox="1"/>
          <p:nvPr/>
        </p:nvSpPr>
        <p:spPr>
          <a:xfrm>
            <a:off x="5126784" y="3071046"/>
            <a:ext cx="193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BATCH NO : 18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FE488-F227-96AC-3D2C-63F5B66FDA50}"/>
              </a:ext>
            </a:extLst>
          </p:cNvPr>
          <p:cNvGrpSpPr/>
          <p:nvPr/>
        </p:nvGrpSpPr>
        <p:grpSpPr>
          <a:xfrm>
            <a:off x="2298606" y="3665753"/>
            <a:ext cx="9387426" cy="999599"/>
            <a:chOff x="2288946" y="3460358"/>
            <a:chExt cx="9387426" cy="9995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EBD5B3-ED41-6B35-8BF1-4F8A6B5BA9D9}"/>
                </a:ext>
              </a:extLst>
            </p:cNvPr>
            <p:cNvSpPr txBox="1"/>
            <p:nvPr/>
          </p:nvSpPr>
          <p:spPr>
            <a:xfrm>
              <a:off x="2288946" y="3813626"/>
              <a:ext cx="4114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" panose="02020603050405020304" pitchFamily="18" charset="0"/>
                  <a:cs typeface="Times" panose="02020603050405020304" pitchFamily="18" charset="0"/>
                </a:rPr>
                <a:t>25B11AI218 – CH V KOUSHIK</a:t>
              </a:r>
            </a:p>
            <a:p>
              <a:r>
                <a:rPr lang="en-US" b="1" dirty="0">
                  <a:latin typeface="Times" panose="02020603050405020304" pitchFamily="18" charset="0"/>
                  <a:cs typeface="Times" panose="02020603050405020304" pitchFamily="18" charset="0"/>
                </a:rPr>
                <a:t>25B11AI821– N ROHITH VARMA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079E0C-CD2D-9E05-87E6-38EA01172AE1}"/>
                </a:ext>
              </a:extLst>
            </p:cNvPr>
            <p:cNvSpPr txBox="1"/>
            <p:nvPr/>
          </p:nvSpPr>
          <p:spPr>
            <a:xfrm>
              <a:off x="6667093" y="3796999"/>
              <a:ext cx="50092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25B11AI905 – </a:t>
              </a:r>
              <a:r>
                <a:rPr lang="en-IN" b="1" dirty="0">
                  <a:latin typeface="Times" panose="02020603050405020304" pitchFamily="18" charset="0"/>
                  <a:cs typeface="Times" panose="02020603050405020304" pitchFamily="18" charset="0"/>
                </a:rPr>
                <a:t>P SURYA VAMSI</a:t>
              </a:r>
              <a:r>
                <a:rPr lang="en-IN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  </a:t>
              </a:r>
            </a:p>
            <a:p>
              <a:r>
                <a:rPr lang="en-IN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26B21AI046 – </a:t>
              </a:r>
              <a:r>
                <a:rPr lang="en-IN" b="1" dirty="0">
                  <a:latin typeface="Times" panose="02020603050405020304" pitchFamily="18" charset="0"/>
                  <a:cs typeface="Times" panose="02020603050405020304" pitchFamily="18" charset="0"/>
                </a:rPr>
                <a:t>J SHANKAR</a:t>
              </a:r>
              <a:endParaRPr lang="en-IN" sz="180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331E35-F39F-BAC8-9180-EF2749EE487F}"/>
                </a:ext>
              </a:extLst>
            </p:cNvPr>
            <p:cNvSpPr txBox="1"/>
            <p:nvPr/>
          </p:nvSpPr>
          <p:spPr>
            <a:xfrm>
              <a:off x="2725420" y="3460358"/>
              <a:ext cx="6741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Presented By: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26AAF03-7649-B299-8274-6E490C1C8C16}"/>
              </a:ext>
            </a:extLst>
          </p:cNvPr>
          <p:cNvSpPr/>
          <p:nvPr/>
        </p:nvSpPr>
        <p:spPr>
          <a:xfrm>
            <a:off x="193040" y="172720"/>
            <a:ext cx="11856720" cy="65125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5861" y="272387"/>
            <a:ext cx="406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  <a:endParaRPr lang="en-US" b="1" u="sng" dirty="0">
              <a:solidFill>
                <a:schemeClr val="accent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096115-EE60-3A12-F28D-38232E23C818}"/>
              </a:ext>
            </a:extLst>
          </p:cNvPr>
          <p:cNvGrpSpPr/>
          <p:nvPr/>
        </p:nvGrpSpPr>
        <p:grpSpPr>
          <a:xfrm>
            <a:off x="984737" y="1441938"/>
            <a:ext cx="8159262" cy="3320476"/>
            <a:chOff x="984737" y="1441938"/>
            <a:chExt cx="8159262" cy="3320476"/>
          </a:xfrm>
        </p:grpSpPr>
        <p:sp>
          <p:nvSpPr>
            <p:cNvPr id="6" name="TextBox 5"/>
            <p:cNvSpPr txBox="1"/>
            <p:nvPr/>
          </p:nvSpPr>
          <p:spPr>
            <a:xfrm>
              <a:off x="984737" y="1441938"/>
              <a:ext cx="64857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C++ based complaint management system.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84739" y="2088269"/>
              <a:ext cx="5976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Used to register and manage complaints.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984737" y="2823422"/>
              <a:ext cx="8159262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Complaints are stored in a text file.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Users can view and search complaints.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Complaints can be resolved and updated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 descr="Aditya University - Admission 2026, Fees, Courses, Placement ...">
            <a:extLst>
              <a:ext uri="{FF2B5EF4-FFF2-40B4-BE49-F238E27FC236}">
                <a16:creationId xmlns:a16="http://schemas.microsoft.com/office/drawing/2014/main" id="{A96CBC11-51F0-9106-63ED-C34E8401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7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2829" y="635588"/>
            <a:ext cx="508634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63408" y="1400339"/>
            <a:ext cx="72757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complaint status.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 may be lost or misplaced.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Updating complaints manually is difficult.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management is time-consuming. 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24EBEA25-486A-C146-BFF5-1DB02AE09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7796" y="403224"/>
            <a:ext cx="324892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4880" y="1007438"/>
            <a:ext cx="65859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complaint details.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complaints using Complaint ID.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all complaints.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Resolve complaints and update status.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complaints easily. 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D75C4603-D25D-ECE6-A8C6-33745443E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2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4560" y="264160"/>
            <a:ext cx="4907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168400" y="134137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User/Student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complaint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complaint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complaint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09124" y="1341378"/>
            <a:ext cx="43467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Complaint Handler/Admin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complaint records</a:t>
            </a:r>
          </a:p>
        </p:txBody>
      </p:sp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A7DA0388-E1B7-F6AA-80A7-ED9FCEB38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4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0283" y="192122"/>
            <a:ext cx="708399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MODULES /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1360" y="1149757"/>
            <a:ext cx="3664209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Register Complaint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Complaint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Phone Number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Complaint Description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is initially set to 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28757" y="1149757"/>
            <a:ext cx="214306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Complaints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complaints stored in the system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76991" y="1149757"/>
            <a:ext cx="22590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.Search Complaint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a complaint using its Complaint ID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1360" y="4005474"/>
            <a:ext cx="448105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Complaint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complaint status from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to Resolved.</a:t>
            </a:r>
            <a:r>
              <a:rPr lang="en-US" u="sng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ID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518062" y="4005474"/>
            <a:ext cx="18264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</a:t>
            </a:r>
            <a:r>
              <a:rPr lang="en-US" b="1" u="sng" dirty="0"/>
              <a:t>.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Complaint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Remo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ves a complaint record when required</a:t>
            </a:r>
            <a:r>
              <a:rPr lang="en-US" dirty="0"/>
              <a:t>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476991" y="4174751"/>
            <a:ext cx="215449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complaint information in complaints.txt.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ditya University - Admission 2026, Fees, Courses, Placement ...">
            <a:extLst>
              <a:ext uri="{FF2B5EF4-FFF2-40B4-BE49-F238E27FC236}">
                <a16:creationId xmlns:a16="http://schemas.microsoft.com/office/drawing/2014/main" id="{BB70F34B-66DC-CCAA-EA18-64FDAFB3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8400" y="231232"/>
            <a:ext cx="569579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55040" y="1127760"/>
            <a:ext cx="106883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944244"/>
            <a:ext cx="11162581" cy="5682524"/>
          </a:xfrm>
          <a:prstGeom prst="rect">
            <a:avLst/>
          </a:prstGeom>
        </p:spPr>
      </p:pic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1AE73B44-0146-EA88-D78E-9D45841B2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7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9194" y="210731"/>
            <a:ext cx="407355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/ DFD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85" y="983411"/>
            <a:ext cx="11130036" cy="5594847"/>
          </a:xfrm>
          <a:prstGeom prst="rect">
            <a:avLst/>
          </a:prstGeom>
        </p:spPr>
      </p:pic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DD34532A-6194-4AC7-7ACB-F31F2FBE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1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92564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                    </a:t>
            </a:r>
            <a:r>
              <a:rPr lang="en-US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CONCEPTS USED</a:t>
            </a:r>
            <a:endParaRPr lang="en-US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2562" y="1418126"/>
            <a:ext cx="11081238" cy="52024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&amp; Objects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Objects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Case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</a:t>
            </a:r>
          </a:p>
        </p:txBody>
      </p:sp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2CE57830-FDA1-C4CE-C810-6633AAC3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5" y="96476"/>
            <a:ext cx="2257085" cy="7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0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754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3200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ENHANCEMENT</a:t>
            </a:r>
            <a:endParaRPr lang="en-US" sz="3200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009890"/>
              </p:ext>
            </p:extLst>
          </p:nvPr>
        </p:nvGraphicFramePr>
        <p:xfrm>
          <a:off x="1348153" y="1931462"/>
          <a:ext cx="10515600" cy="3657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15947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18214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Enhancements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98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permanent 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140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user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user and Principal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765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number of complaints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Unlimited complaint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23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status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complaint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6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Email/SMS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4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online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Web/Mobile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243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with detailed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351507"/>
                  </a:ext>
                </a:extLst>
              </a:tr>
            </a:tbl>
          </a:graphicData>
        </a:graphic>
      </p:graphicFrame>
      <p:pic>
        <p:nvPicPr>
          <p:cNvPr id="17" name="Picture 16" descr="Aditya University - Admission 2026, Fees, Courses, Placement ...">
            <a:extLst>
              <a:ext uri="{FF2B5EF4-FFF2-40B4-BE49-F238E27FC236}">
                <a16:creationId xmlns:a16="http://schemas.microsoft.com/office/drawing/2014/main" id="{2CE57830-FDA1-C4CE-C810-6633AAC3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5" y="96477"/>
            <a:ext cx="2009434" cy="6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93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1567" y="382904"/>
            <a:ext cx="7696722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TIMELINE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ditya University - Admission 2026, Fees, Courses, Placement ...">
            <a:extLst>
              <a:ext uri="{FF2B5EF4-FFF2-40B4-BE49-F238E27FC236}">
                <a16:creationId xmlns:a16="http://schemas.microsoft.com/office/drawing/2014/main" id="{97BDAA57-BD5C-27C8-3D57-2C2193C71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1"/>
            <a:ext cx="1768415" cy="56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8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0925" y="695756"/>
            <a:ext cx="593059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INDIVIDUAL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53220"/>
              </p:ext>
            </p:extLst>
          </p:nvPr>
        </p:nvGraphicFramePr>
        <p:xfrm>
          <a:off x="914400" y="192024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</a:t>
                      </a:r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218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CH.V.</a:t>
                      </a:r>
                      <a:r>
                        <a:rPr lang="en-US" sz="1800" b="0" baseline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KOUSHIK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design, Event &amp; Registration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25B11AI018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P.SURYA VAMSI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– core modules &amp; file handling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</a:t>
                      </a:r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821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N.ROHITH VARMA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debugging &amp; report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</a:t>
                      </a:r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J.SHANKAR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design, 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2CE57830-FDA1-C4CE-C810-6633AAC3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5" y="96476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4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5107" y="2340825"/>
            <a:ext cx="7481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4" name="Picture 3" descr="Aditya University - Admission 2026, Fees, Courses, Placement ...">
            <a:extLst>
              <a:ext uri="{FF2B5EF4-FFF2-40B4-BE49-F238E27FC236}">
                <a16:creationId xmlns:a16="http://schemas.microsoft.com/office/drawing/2014/main" id="{8EA4D874-A9FD-E8E8-094E-A92AB0A8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7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419</Words>
  <Application>Microsoft Office PowerPoint</Application>
  <PresentationFormat>Widescreen</PresentationFormat>
  <Paragraphs>143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C++ CONCEPTS USED</vt:lpstr>
      <vt:lpstr>           LIMITATIONS AND FUTURE ENHANCEMENT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19</cp:revision>
  <dcterms:created xsi:type="dcterms:W3CDTF">2026-08-24T10:35:24Z</dcterms:created>
  <dcterms:modified xsi:type="dcterms:W3CDTF">2026-09-23T08:07:57Z</dcterms:modified>
</cp:coreProperties>
</file>